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HydroClaw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Microsoft YaHei"/>
              </a:defRPr>
            </a:pPr>
            <a:r>
              <a:t>水网认知智能体系发布会</a:t>
            </a:r>
            <a:br/>
            <a:r>
              <a:t>中国水利水电科学研究院 · 2026年4月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9436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目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第一章  愿景与定位 — 水利行业的AI革命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第二章  三层产品架构 — HydroOS + HydroMAS + HydroTouch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第三章  五层技术纵深 — L0-L4全栈架构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第四章  应用场景 — 十大核心场景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第五章  技术优势 — 开源、易用、专业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第六章  发展路线图 — 从MVP到行业引领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第七章  团队与合作 — 开放共赢的生态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第一章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愿景与定位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水利行业的AI革命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Microsoft YaHei"/>
              </a:defRPr>
            </a:pPr>
            <a:r>
              <a:t>行业背景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中国水网管理面临前所未有的挑战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B0C0"/>
                </a:solidFill>
                <a:latin typeface="Microsoft YaHei"/>
              </a:defRPr>
            </a:pPr>
            <a:r>
              <a:t>15万+水利工程 · 跨流域调度复杂性 · 极端气候频发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水利行业三大痛点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🔸 数据孤岛 — 各水利工程系统独立，数据无法互通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🔸 决策滞后 — 传统模型计算耗时长，无法实时响应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🔸 人才短缺 — 高水平水利工程师供不应求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传统水利信息化建设已进入瓶颈期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亟需AI技术实现范式转变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AI大模型时代的历史性机遇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大语言模型（LLM）的突破性进展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多智能体系统（MAS）的成熟应用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AI Agent 技术的实际落地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GPU 算力的指数级增长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水利行业数字化转型的政策驱动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「数字孪生流域」国家战略的推进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Microsoft YaHei"/>
              </a:defRPr>
            </a:pPr>
            <a:r>
              <a:t>HydroClaw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全球首个面向水网运行管理的</a:t>
            </a:r>
            <a:br/>
            <a:r>
              <a:t>认知智能体系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B0C0"/>
                </a:solidFill>
                <a:latin typeface="Microsoft YaHei"/>
              </a:defRPr>
            </a:pPr>
            <a:r>
              <a:t>Cognitive Intelligence System for Water Network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HydroClaw 核心定位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不是简单的「AI+水利」叠加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而是深度融合的认知决策平台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核心理念：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让每一个水利从业者都拥有一个「AI首席工程师」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从经验驱动 → 智能认知驱动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使命与愿景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使命：用AI重新定义水网运行管理方式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愿景：成为全球水利行业的「大脑」——万人万用的水网认知操作系统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目标：5年内覆盖中国50%以上重要水利工程的智能决策支持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让水利从「靠经验」到「靠智能」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让决策从「事后处理」到「事前预判」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产品六大版本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HydroClaw Lite — 个人助理版（面向个人水利工程师）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HydroClaw Pro — 专业版（面向水利设计/咨询企业）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HydroClaw Enterprise — 企业版（面向水利管理局/大型水务集团）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HydroClaw Cloud — 云服务版（SaaS模式，按需付费）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HydroClaw Edge — 边缘版（面向物联网/现场设备）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HydroClaw Open — 开源社区版（推动行业生态）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Lite vs Pro 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Lite — 个人助理版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面向个人水利工程师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AI助手问答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基础数据查询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简单报告生成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免费使用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Pro — 专业版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面向水利设计/咨询企业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多Agent协同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专业模型运行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高级数据分析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团队协作功能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Enterprise vs Cloud 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Enterprise — 企业版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面向水利管理局/大型水务集团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私有化部署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定制化开发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全功能覆盖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专属技术支持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Cloud — 云服务版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SaaS模式，按需付费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即开即用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弹性扩缩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自动运维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低成本入门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第二章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三层产品架构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HydroOS + HydroMAS + HydroTouch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Microsoft YaHei"/>
              </a:defRPr>
            </a:pPr>
            <a:r>
              <a:t>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如果HydroClaw是一个人</a:t>
            </a:r>
            <a:br/>
            <a:r>
              <a:t>HydroOS是躯体，HydroMAS是大脑</a:t>
            </a:r>
            <a:br/>
            <a:r>
              <a:t>HydroTouch是五官和四肢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B0C0"/>
                </a:solidFill>
                <a:latin typeface="Microsoft YaHei"/>
              </a:defRPr>
            </a:pPr>
            <a:r>
              <a:t>三层架构是HydroClaw的核心创新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三层架构概览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🔹 HydroOS — 计算底座层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    提供数据、算力、工具等基础设施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🔹 HydroMAS — 多智能体中枢层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    15个Agent + 17个Skill + 认知决策引擎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🔹 HydroTouch — 多端接入层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    Web、飞书、桌面、移动、AR、API全覆盖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第二·一章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HydroOS — 计算底座层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21个MCP Server · Ray分布式计算 · 知识图谱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HydroOS 核心能力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21个MCP Server — 提供水文数据、GIS地理、气象预报、水质监测等专业工具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Ray分布式计算 — 支持千核级并行水文模拟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知识图谱 — 百万级水利实体和关系，构建行业知识库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向量检索 — 基于水利语料的专业RAG系统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数据湖 — 统一管理多源异构水利数据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8大水文MCP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hydro_data_mcp — 水文数据采集与管理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hydro_model_mcp — 水文模型调度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hydro_gis_mcp — GIS空间分析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hydro_forecast_mcp — 水文预报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hydro_quality_mcp — 水质监测分析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hydro_iot_mcp — 物联网设备管理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hydro_knowledge_mcp — 知识图谱查询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hydro_optimize_mcp — 优化调度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其他MCP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hydro_report_mcp — 报告生成服务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hydro_alert_mcp — 预警通知服务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hydro_auth_mcp — 认证授权服务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hydro_storage_mcp — 对象存储服务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hydro_scheduler_mcp — 任务调度服务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hydro_monitor_mcp — 系统监控服务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hydro_log_mcp — 日志管理服务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更多MCP Server持续扩展中...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MCP协议 — Model Context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MCP是Anthropic提出的AI工具标准化协议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为AI Agent提供统一的工具调用接口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HydroClaw的MCP Server特性：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标准化接口，可被任何MCP兼容客户端调用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支持流式响应和异步处理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内置权限管理和访问控制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自动生成API文档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HydroOS 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计算与存储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计算框架：Ray + CUDA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关系数据库：PostgreSQL + PostGIS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图数据库：Neo4j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缓存：Redis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对象存储：MinIO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基础设施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消息队列：RabbitMQ + Kafka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容器化：Docker + Kubernetes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监控：Prometheus + Grafana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日志：ELK Stack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CI/CD：GitHub Actions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Ray分布式计算引擎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支持千核级并行计算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自动任务调度和负载均衡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水文模型并行化加速10-100倍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支持GPU加速（CUDA）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弹性伸缩，按需分配计算资源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支持分布式训练和推理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知识图谱与向量检索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知识图谱：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百万级水利实体（水库、河流、闸门、泵站等）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千万级关系（上下游、供排水、调度逻辑等）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支持推理和知识发现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向量检索（RAG）：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水利法规、标准、规范全文索引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历史案例和经验知识库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语义搜索和智能问答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第二·二章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HydroMAS — 多智能体中枢层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15个Agent · 17个Skill · 认知决策引擎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HydroMAS 核心能力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15个专业Agent — 覆盖水利全生命周期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17个Skill — 可组合的专业技能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IntentRouter — 智能意图路由，自动分配最优Agent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AgentCoordinator — 多Agent协同框架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认知决策引擎 — 四阶认知循环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15大Agent（上）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1. FloodGuardAgent — 防洪预警智能体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2. DroughtWatchAgent — 旱情监测智能体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3. WaterAllocAgent — 水资源调配智能体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4. QualityPatrolAgent — 水质巡检智能体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5. SchedulerAgent — 工程调度智能体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6. InspectionAgent — 巡检维护智能体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7. ReportAgent — 智能报告生成智能体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8. AnalyticsAgent — 数据分析智能体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15大Agent（下）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9. KnowledgeAgent — 知识问答智能体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10. SimulationAgent — 水文模拟智能体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11. AlertAgent — 预警管理智能体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12. PlanningAgent — 规划辅助智能体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13. ComplianceAgent — 合规审核智能体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14. TrainingAgent — 培训指导智能体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15. CoordinatorAgent — 协调总控智能体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FloodGuardAgent — 防洪预警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实时监测降雨、水位、流量数据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基于AI模型预测洪水演进过程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自动生成洪水预警和调度建议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支持多方案比选和风险评估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与SchedulerAgent协同完成联合调度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预报提前时间达6小时以上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WaterAllocAgent — 水资源调配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跨流域水资源优化调配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多目标优化（供水、灌溉、生态、发电）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自动生成调度方案和分析报告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实时跟踪水量平衡和用水效率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支持「What-if」情景模拟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水资源利用率提升15%+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QualityPatrolAgent — 水质巡检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实时监测水质参数（pH、溶解氧、COD等）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基于异常检测引擎自动识别水质异常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利用知识图谱进行污染溯源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自动生成水质巡检报告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与AlertAgent联动进行预警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污染事件发现时间从24h缩短到30min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IntentRouter — 智能意图路由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基于大语言模型的意图理解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自动将用户需求分配给最合适的Agent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支持多轮对话和上下文管理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复杂任务自动拆解和多Agent协同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用户只需用自然语言描述需求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HydroClaw自动完成任务编排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17大Skill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数据可视化 · 报告生成 · 模型运行 · 预报分析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GIS制图 · 知识检索 · 文档摘要 · 代码生成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数据清洗 · 异常检测 · 趋势预测 · 对比分析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方案评估 · 合规检查 · 多语言翻译 · 语音交互 · 实时监控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Skill是可组合的原子能力单元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Agent通过组合不同Skill完成复杂任务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认知决策引擎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四阶认知循环：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  感知 → 理解 → 决策 → 行动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核心技术：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多模态融合：文本 + 图像 + 时序 + 空间数据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上下文管理：长期记忆 + 工作记忆 + 情景记忆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不确定性推理：贝叶斯网络 + 模糊逻辑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可解释AI：决策过程透明可追溯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第二·三章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HydroTouch — 多端接入层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Web · 飞书 · 桌面 · 移动 · AR ·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六大接入方式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Web端 — React + Ant Design 的专业工作台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飞书集成 — 6大场景深度对接企业协作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Tauri桌面端 — 轻量级跨平台原生应用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Flutter移动端 — 现场巡检与应急响应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AR眼镜 — 增强现实辅助巡检维护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API / MCP Server — 开放接口供第三方系统调用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Web端 — 专业工作台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技术栈：React + TypeScript + Ant Design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实时数据看板和GIS地图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多Agent对话式交互界面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报告编辑和审批流程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团队协作和权限管理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响应式设计，支持大屏和移动端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飞书集成6大场景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日常值班 — AI自动生成值班报告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应急响应 — 洪水预警自动推送与处置建议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数据查询 — 自然语言查询水文数据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报告审批 — AI生成 + 人工审核 + 一键签发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会议纪要 — AI总结会议要点与待办事项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A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3A4A"/>
                </a:solidFill>
                <a:latin typeface="Microsoft YaHei"/>
              </a:defRPr>
            </a:pPr>
            <a:r>
              <a:t>知识共享 — 团队知识库智能问答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桌面端与移动端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Tauri桌面端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轻量级跨平台（Win/Mac/Linux）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原生性能体验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离线模式支持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本地数据缓存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安装包 &lt; 30MB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Flutter移动端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iOS/Android双平台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现场巡检数据采集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应急响应快速处理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GPS定位和拍照上传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离线巡检功能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AR眼镜 — 增强现实巡检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支持主流AR眼镜设备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实时叠加水利工程信息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语音交互，解放双手操作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缺陷识别和自动记录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远程专家协助和指导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巡检效率提升300%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第三章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五层技术纵深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L0-L4 全栈架构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五层内部架构 L0-L4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L0 Data Layer — 数据湖与存储引擎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L1 Compute Layer — 分布式计算与模型服务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L2 MCP Tools Layer — 21个标准化工具服务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L3 Skills Layer — 17个可组合专业技能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L4 Agents Layer — 15个自主决策智能体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每一层都可独立扩展和升级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L0 Data Layer — 数据湖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多源异构数据统一管理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支持结构化、半结构化、非结构化数据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时序数据高效存储和查询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空间数据（GIS）原生支持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数据血缘和质量管理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PB级数据存储能力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L1 Compute Layer — 分布式计算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Ray集群：弹性伸缩，自动负载均衡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GPU加速：CUDA/cuDNN深度学习推理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模型服务：统一的模型训练和推理平台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流计算：Kafka Streams实时数据处理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批计算：Spark大规模历史数据分析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L2 MCP Tools Layer — 工具服务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21个标准化MCP Server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每个Server提供独立的专业能力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统一的认证和鉴权机制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自动化API文档和SDK生成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支持流式响应和长时间任务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可热插拔，独立部署和升级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L3 Skills Layer — 专业技能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17个可组合的原子技能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技能编排引擎（Skill Orchestrator）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声明式技能定义和注册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技能版本管理和灰度发布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性能监控和自动优化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L4 Agents Layer — 智能体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15个自主决策智能体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Agent间通信协议（A2A Protocol）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任务分解和多Agent协同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自主学习和经验积累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人机协同决策机制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Agent市场（可扩展第三方Agent）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14个核心算法模块（上）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1. 水文时间序列预测 — LSTM / Transformer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2. 洪水演进模拟 — Saint-Venant方程数值解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3. 水资源优化调度 — 多目标遗传算法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4. 水质扩散模型 — WASP / QUAL2K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5. 降雨径流模型 — 新安江 / SCS-CN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6. 管网水力计算 — EPANET集成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7. 地下水流动模拟 — MODFLOW接口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14个核心算法模块（下）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8. 水库群联合调度 — 动态规划 + 强化学习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9. 河道冲淤演变 — 二维水沙模型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10. 生态流量计算 — Tennant / IHA方法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11. 旱情预警模型 — SPI / PDSI指数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12. 异常检测引擎 — Isolation Forest + AutoEncoder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13. 知识图谱推理 — TransE / RotatE嵌入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14. 多模态融合模型 — 跨模态注意力机制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水文时间序列预测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基于Transformer架构的预测模型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支持多变量联合预测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自适应时间步长（分钟/小时/日）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不确定性量化（概率预测）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在线学习，模型持续更新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预测精度提升20%以上（vs传统方法）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水库群联合调度算法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动态规划（DP）：求解最优调度策略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强化学习（RL）：自适应复杂环境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多目标优化：防洪 + 供水 + 发电 + 生态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约束处理：库容、流量、水位安全约束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实时滚动优化：每小时更新调度方案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支持百座级水库群联合优化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测试与质量保障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1259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DAA"/>
                </a:solidFill>
                <a:latin typeface="Microsoft YaHei"/>
              </a:defRPr>
            </a:pPr>
            <a:r>
              <a:t>1851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3A4A"/>
                </a:solidFill>
                <a:latin typeface="Microsoft YaHei"/>
              </a:defRPr>
            </a:pPr>
            <a:r>
              <a:t>自动化测试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4700" y="1828800"/>
            <a:ext cx="21259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4700" y="228600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DAA"/>
                </a:solidFill>
                <a:latin typeface="Microsoft YaHei"/>
              </a:defRPr>
            </a:pPr>
            <a:r>
              <a:t>&gt;80%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4700" y="384048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3A4A"/>
                </a:solidFill>
                <a:latin typeface="Microsoft YaHei"/>
              </a:defRPr>
            </a:pPr>
            <a:r>
              <a:t>代码覆盖率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828800"/>
            <a:ext cx="21259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28600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DAA"/>
                </a:solidFill>
                <a:latin typeface="Microsoft YaHei"/>
              </a:defRPr>
            </a:pPr>
            <a:r>
              <a:t>3层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84048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3A4A"/>
                </a:solidFill>
                <a:latin typeface="Microsoft YaHei"/>
              </a:defRPr>
            </a:pPr>
            <a:r>
              <a:t>测试体系</a:t>
            </a:r>
            <a:br/>
            <a:r>
              <a:t>(单元/集成/E2E)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5300" y="1828800"/>
            <a:ext cx="21259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5300" y="228600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DAA"/>
                </a:solidFill>
                <a:latin typeface="Microsoft YaHei"/>
              </a:defRPr>
            </a:pPr>
            <a: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5300" y="384048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3A4A"/>
                </a:solidFill>
                <a:latin typeface="Microsoft YaHei"/>
              </a:defRPr>
            </a:pPr>
            <a:r>
              <a:t>CI/CD流水线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第四章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十大核心场景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场景1：防洪调度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痛点：极端降雨频发，传统预报滞后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方案：FloodGuardAgent + SimulationAgent + SchedulerAgent 协同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预报提前6小时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调度决策时间从4小时缩短到30分钟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减少洪灾损失40%以上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防洪调度 — 技术细节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实时雨量站数据接入（5分钟间隔）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雷达降雨估测和融合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分布式水文模型实时运行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洪水演进可视化展示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多方案自动比选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调度指令自动生成和下发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场景2：水资源调配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痛点：跨流域调水的多目标冲突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方案：WaterAllocAgent + 多目标优化算法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水资源利用率提升15%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调度方案生成从3天缩短到2小时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节水经济效益数千万元/年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场景3：水质监测预警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痛点：污染事件发现滞后、溯源困难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方案：QualityPatrolAgent + 异常检测引擎 + 知识图谱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污染事件发现时间从24小时缩短到30分钟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溯源准确率达90%以上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自动生成应急处置方案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场景4：智能巡检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痛点：水利工程巡检人力成本高、覆盖不全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方案：InspectionAgent + AR眼镜 + IoT传感器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巡检效率提升300%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隐患发现率提升50%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巡检报告自动生成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场景5：应急响应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痛点：突发事件响应链条长、信息不畅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方案：AlertAgent + CoordinatorAgent + 飞书集成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应急响应时间从2小时缩短到15分钟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处置建议自动推送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全流程可追溯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场景6：知识管理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痛点：水利行业知识碎片化、传承困难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方案：KnowledgeAgent + 知识图谱 + RAG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新人上手时间从6个月缩短到1个月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知识检索效率提升10倍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构建行业最大知识库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场景7：智能报告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痛点：报告编写耗时、格式不统一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方案：ReportAgent + 模板引擎 + 数据可视化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报告生成时间从1天缩短到10分钟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格式统一规范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数据自动填充和校验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场景8：规划辅助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痛点：水利规划方案比选复杂、周期长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方案：PlanningAgent + SimulationAgent + 多方案对比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规划方案生成效率提升500%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多维度自动评估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可视化对比展示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场景9：合规审核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痛点：水利法规繁多、人工审核易遗漏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方案：ComplianceAgent + 法规知识库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合规审核时间从1周缩短到1天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遗漏率降低90%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自动生成合规报告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场景10：培训教育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痛点：水利人才培养周期长、实操机会少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方案：TrainingAgent + 虚拟仿真 + AI导师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培训效率提升200%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虚拟实操零风险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个性化学习路径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十大场景效果总览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1259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DAA"/>
                </a:solidFill>
                <a:latin typeface="Microsoft YaHei"/>
              </a:defRPr>
            </a:pPr>
            <a:r>
              <a:t>6h+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3A4A"/>
                </a:solidFill>
                <a:latin typeface="Microsoft YaHei"/>
              </a:defRPr>
            </a:pPr>
            <a:r>
              <a:t>洪水预报</a:t>
            </a:r>
            <a:br/>
            <a:r>
              <a:t>提前时间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4700" y="1828800"/>
            <a:ext cx="21259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4700" y="228600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DAA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4700" y="384048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3A4A"/>
                </a:solidFill>
                <a:latin typeface="Microsoft YaHei"/>
              </a:defRPr>
            </a:pPr>
            <a:r>
              <a:t>水资源</a:t>
            </a:r>
            <a:br/>
            <a:r>
              <a:t>利用率提升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828800"/>
            <a:ext cx="21259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28600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DAA"/>
                </a:solidFill>
                <a:latin typeface="Microsoft YaHei"/>
              </a:defRPr>
            </a:pPr>
            <a:r>
              <a:t>300%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84048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3A4A"/>
                </a:solidFill>
                <a:latin typeface="Microsoft YaHei"/>
              </a:defRPr>
            </a:pPr>
            <a:r>
              <a:t>巡检效率</a:t>
            </a:r>
            <a:br/>
            <a:r>
              <a:t>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5300" y="1828800"/>
            <a:ext cx="212598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5300" y="228600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DAA"/>
                </a:solidFill>
                <a:latin typeface="Microsoft YaHei"/>
              </a:defRPr>
            </a:pPr>
            <a: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5300" y="3840480"/>
            <a:ext cx="2125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3A4A"/>
                </a:solidFill>
                <a:latin typeface="Microsoft YaHei"/>
              </a:defRPr>
            </a:pPr>
            <a:r>
              <a:t>遗漏率</a:t>
            </a:r>
            <a:br/>
            <a:r>
              <a:t>降低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第五章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技术优势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开源 · 易用 · 专业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Microsoft YaHei"/>
              </a:defRPr>
            </a:pPr>
            <a:r>
              <a:t>全栈开源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代码 · 文档 · 模型权重</a:t>
            </a:r>
            <a:br/>
            <a:r>
              <a:t>全部开放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B0C0"/>
                </a:solidFill>
                <a:latin typeface="Microsoft YaHei"/>
              </a:defRPr>
            </a:pPr>
            <a:r>
              <a:t>许可证：MIT License  |  GitHub Stars 1000+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开源优势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透明可信 — 代码完全公开，可审计可验证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社区驱动 — 汇聚全球水利AI开发者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快速迭代 — 社区贡献加速产品进化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生态丰富 — 第三方插件和扩展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无厂商锁定 — 自主可控，数据安全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学术合作 — 支持科研和教育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与竞品对比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vs 传统水利系统：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  AI能力 ★★★★★ vs ★★，多Agent协同能力领先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vs 通用AI平台：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  水利专业性 ★★★★★ vs ★★，多端接入更全面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vs 国际水利软件：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  自主可控 ★★★★★，中国水利特色适配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Docker一键部署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docker compose up -d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5分钟完成全栈部署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支持CPU / GPU双模式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自动配置数据库、消息队列、存储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包含监控和日志系统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支持单机和集群模式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知识飞轮效应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数据 → 模型 → 决策 → 反馈 → 更多数据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越用越智能的自学习系统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行业知识不断积累和优化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决策质量持续提升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用户越多，系统越强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形成正向反馈闭环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安全与合规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数据安全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端到端加密传输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静态数据加密存储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细粒度权限控制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数据脱敏处理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审计日志全记录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02920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AA"/>
                </a:solidFill>
                <a:latin typeface="Microsoft YaHei"/>
              </a:defRPr>
            </a:pPr>
            <a:r>
              <a:t>合规认证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等保三级认证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ISO 27001信息安全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水利行业标准合规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隐私计算支持</a:t>
            </a:r>
          </a:p>
          <a:p>
            <a:pPr>
              <a:spcAft>
                <a:spcPts val="600"/>
              </a:spcAft>
              <a:defRPr sz="1600">
                <a:solidFill>
                  <a:srgbClr val="2D3A4A"/>
                </a:solidFill>
                <a:latin typeface="Microsoft YaHei"/>
              </a:defRPr>
            </a:pPr>
            <a:r>
              <a:t>国产化适配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第六章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发展路线图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从MVP到行业引领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Phase A（2026 Q1-Q2）：MVP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核心Agent上线：FloodGuard、WaterAlloc、QualityPatrol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基础MCP Tools完成（8个核心MCP）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Web端和飞书端开放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基础知识图谱构建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首批3家试点单位接入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Phase B（2026 Q3-Q4）：增强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全部15个Agent上线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认知决策引擎优化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Tauri桌面端和Flutter移动端发布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知识图谱扩展到百万级实体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试点扩展到10家单位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Phase C（2027）：生态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开发者平台上线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第三方插件市场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AR/IoT深度集成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Agent市场开放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社区贡献者达500+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Phase D（2028）：规模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覆盖全国50+重要水利工程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多语言国际化（英语、法语、西班牙语等）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行业标准制定参与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SaaS版本商业化运营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年度收入突破亿元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Phase E（2029+）：引领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全球水利AI标准贡献者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数字孪生流域全覆盖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自主进化认知系统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覆盖全球主要水利工程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成为水利行业的「操作系统」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D0FF"/>
                </a:solidFill>
                <a:latin typeface="Microsoft YaHei"/>
              </a:defRPr>
            </a:pPr>
            <a:r>
              <a:t>第七章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团队与合作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FF"/>
                </a:solidFill>
                <a:latin typeface="Microsoft YaHei"/>
              </a:defRPr>
            </a:pPr>
            <a:r>
              <a:t>开放共赢的生态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中国水利水电科学研究院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国家级水利科研机构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70+年水利科技积累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水利行业最权威的技术支撑单位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技术团队：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AI研究组 — 大模型、多Agent系统、知识图谱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水利专家组 — 水文、水资源、水环境、水工程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• 工程团队 — 全栈开发、DevOps、质量保障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开放合作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学术合作 — 高校联合研究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产业合作 — 水务企业联合创新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生态合作 — 开发者社区共建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标准合作 — 行业标准共同制定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联系方式：hydroclaw@iwhr.com</a:t>
            </a:r>
          </a:p>
          <a:p>
            <a:pPr>
              <a:spcAft>
                <a:spcPts val="600"/>
              </a:spcAft>
              <a:defRPr sz="1800">
                <a:solidFill>
                  <a:srgbClr val="2D3A4A"/>
                </a:solidFill>
                <a:latin typeface="Microsoft YaHei"/>
              </a:defRPr>
            </a:pPr>
            <a:r>
              <a:t>GitHub: github.com/leixiaohui-1974/HydroClaw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AI赋能水网，认知驱动未来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Microsoft YaHei"/>
              </a:defRPr>
            </a:pPr>
            <a:r>
              <a:t>HydroClaw不仅是一个产品</a:t>
            </a:r>
            <a:br/>
            <a:r>
              <a:t>更是一种全新的水利工作方式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B0C0"/>
                </a:solidFill>
                <a:latin typeface="Microsoft YaHei"/>
              </a:defRPr>
            </a:pPr>
            <a:r>
              <a:t>当AI真正理解水，世界将变得不同。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9436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谢 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3891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E0FF"/>
                </a:solidFill>
                <a:latin typeface="Microsoft YaHei"/>
              </a:defRPr>
            </a:pPr>
            <a:r>
              <a:t>hydroclaw@iwhr.com  |  github.com/leixiaohui-1974/HydroClaw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